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32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78" d="100"/>
          <a:sy n="178" d="100"/>
        </p:scale>
        <p:origin x="264" y="15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28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3264408"/>
            <a:ext cx="5101209" cy="92992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3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486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28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3264349"/>
            <a:ext cx="5101209" cy="94881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579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6434" y="1978533"/>
            <a:ext cx="3203828" cy="232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1978533"/>
            <a:ext cx="3202685" cy="232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35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57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7577" y="2357438"/>
            <a:ext cx="3202686" cy="19475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2357438"/>
            <a:ext cx="3190113" cy="194758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88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539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9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3504" y="1682871"/>
            <a:ext cx="3364992" cy="85612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603504"/>
            <a:ext cx="3611880" cy="3936492"/>
          </a:xfrm>
        </p:spPr>
        <p:txBody>
          <a:bodyPr>
            <a:normAutofit/>
          </a:bodyPr>
          <a:lstStyle>
            <a:lvl1pPr>
              <a:defRPr sz="1425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68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6392" y="1682871"/>
            <a:ext cx="3371249" cy="85098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51435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24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8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5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70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702945"/>
            <a:ext cx="973956" cy="373761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3352" y="702945"/>
            <a:ext cx="4648867" cy="373761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685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73352" y="723519"/>
            <a:ext cx="5797296" cy="89154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3352" y="1978534"/>
            <a:ext cx="5797296" cy="2326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66072" y="4679112"/>
            <a:ext cx="2065310" cy="242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0150" y="4677156"/>
            <a:ext cx="4425892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69192" y="4663440"/>
            <a:ext cx="274320" cy="27432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825" spc="0" baseline="0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67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3" r:id="rId1"/>
    <p:sldLayoutId id="2147484134" r:id="rId2"/>
    <p:sldLayoutId id="2147484135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41" r:id="rId9"/>
    <p:sldLayoutId id="2147484142" r:id="rId10"/>
    <p:sldLayoutId id="2147484143" r:id="rId11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100" kern="1200" cap="all" spc="15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84647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13235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43013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412081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12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Gill Sans MT</vt:lpstr>
      <vt:lpstr>Parcel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James Morris</cp:lastModifiedBy>
  <cp:revision>6</cp:revision>
  <dcterms:created xsi:type="dcterms:W3CDTF">2017-06-05T14:10:58Z</dcterms:created>
  <dcterms:modified xsi:type="dcterms:W3CDTF">2025-12-18T21:23:37Z</dcterms:modified>
</cp:coreProperties>
</file>