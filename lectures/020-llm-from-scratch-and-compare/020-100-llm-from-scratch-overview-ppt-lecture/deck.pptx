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4132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78"/>
          <a:sy d="100" n="178"/>
        </p:scale>
        <p:origin x="264" y="15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3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86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792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35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8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39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699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68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5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70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68524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cap="sq" w="31750">
            <a:solidFill>
              <a:srgbClr val="404040"/>
            </a:solidFill>
            <a:miter lim="800000"/>
          </a:ln>
        </p:spPr>
        <p:txBody>
          <a:bodyPr anchor="ctr" bIns="182880" lIns="182880" rIns="182880" rtlCol="0" tIns="182880" vert="horz">
            <a:normAutofit/>
          </a:bodyPr>
          <a:lstStyle/>
          <a:p>
            <a:r>
              <a:rPr lang="en-US"/>
              <a:t>Click to edit Master title style</a:t>
            </a:r>
            <a:endParaRPr dirty="0"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anchor="ctr" bIns="45720" lIns="18288" rIns="18288" rtlCol="0" tIns="45720" vert="horz">
            <a:noAutofit/>
          </a:bodyPr>
          <a:lstStyle>
            <a:lvl1pPr algn="ctr">
              <a:defRPr baseline="0" spc="0" sz="825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67732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4133" r:id="rId1"/>
    <p:sldLayoutId id="2147484134" r:id="rId2"/>
    <p:sldLayoutId id="2147484135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41" r:id="rId9"/>
    <p:sldLayoutId id="2147484142" r:id="rId10"/>
    <p:sldLayoutId id="2147484143" r:id="rId11"/>
  </p:sldLayoutIdLst>
  <p:txStyles>
    <p:titleStyle>
      <a:lvl1pPr algn="ctr" defTabSz="685800" eaLnBrk="1" hangingPunct="1" latinLnBrk="0" rtl="0">
        <a:lnSpc>
          <a:spcPct val="90000"/>
        </a:lnSpc>
        <a:spcBef>
          <a:spcPct val="0"/>
        </a:spcBef>
        <a:buNone/>
        <a:defRPr baseline="0" cap="all" kern="1200" spc="150" sz="210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35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342900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514350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685800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857250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984647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1113235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kern="1200" sz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1243013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baseline="0" kern="1200" sz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1412081" rtl="0">
        <a:lnSpc>
          <a:spcPct val="100000"/>
        </a:lnSpc>
        <a:spcBef>
          <a:spcPts val="750"/>
        </a:spcBef>
        <a:buClr>
          <a:schemeClr val="accent2"/>
        </a:buClr>
        <a:buFont charset="0" panose="020B0604020202020204" pitchFamily="34" typeface="Arial"/>
        <a:buChar char="•"/>
        <a:defRPr baseline="0" kern="1200"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/>
          <a:lstStyle/>
          <a:p>
            <a:pPr lvl="0" indent="0" marL="0">
              <a:buNone/>
            </a:pPr>
            <a:r>
              <a:rPr/>
              <a:t>LLMs from Scratch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021396" y="3264408"/>
            <a:ext cx="5101209" cy="929921"/>
          </a:xfrm>
          <a:noFill/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James Morris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2025-12-18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Review of LLM Inner Workings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LLM From Scratch</a:t>
            </a:r>
          </a:p>
          <a:p>
            <a:pPr lvl="0"/>
            <a:r>
              <a:rPr/>
              <a:t>Real-World LLM Architectures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Chart</a:t>
            </a:r>
          </a:p>
        </p:txBody>
      </p:sp>
      <p:pic>
        <p:nvPicPr>
          <p:cNvPr descr="images/activation-funct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378200" y="1968500"/>
            <a:ext cx="2374900" cy="18161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1663700" y="3784600"/>
            <a:ext cx="57912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Some figure</a:t>
            </a:r>
          </a:p>
        </p:txBody>
      </p:sp>
    </p:spTree>
  </p:cSld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12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Gill Sans MT</vt:lpstr>
      <vt:lpstr>Parcel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LLMs from Scratch</dc:title>
  <dc:creator>James Morris</dc:creator>
  <cp:keywords/>
  <dcterms:created xsi:type="dcterms:W3CDTF">2025-12-21T05:15:24Z</dcterms:created>
  <dcterms:modified xsi:type="dcterms:W3CDTF">2025-12-21T05:15:24Z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2025-12-18</vt:lpwstr>
  </property>
</Properties>
</file>